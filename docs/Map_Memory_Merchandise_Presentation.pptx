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Map Memory Merchandise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Automated Personalized Location Art 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The Business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/>
            </a:pPr>
            <a:r>
              <a:t>• Turn any address into beautiful, personalized merchandise</a:t>
            </a:r>
          </a:p>
          <a:p>
            <a:pPr>
              <a:spcBef>
                <a:spcPts val="1200"/>
              </a:spcBef>
              <a:defRPr sz="2200"/>
            </a:pPr>
            <a:r>
              <a:t>• Products: Beer can glasses, mugs, posters, t-shirts</a:t>
            </a:r>
          </a:p>
          <a:p>
            <a:pPr>
              <a:spcBef>
                <a:spcPts val="1200"/>
              </a:spcBef>
              <a:defRPr sz="2200"/>
            </a:pPr>
            <a:r>
              <a:t>• Each item features a stylized map with a heart at the exact location</a:t>
            </a:r>
          </a:p>
          <a:p>
            <a:pPr>
              <a:spcBef>
                <a:spcPts val="1200"/>
              </a:spcBef>
              <a:defRPr sz="2200"/>
            </a:pPr>
            <a:r>
              <a:t>• Optional custom text: "Our First Home", "Where We Met", etc.</a:t>
            </a:r>
          </a:p>
          <a:p>
            <a:pPr>
              <a:spcBef>
                <a:spcPts val="1200"/>
              </a:spcBef>
              <a:defRPr sz="2200"/>
            </a:pPr>
            <a:r>
              <a:t>• Emotional value: Physical memory tokens tied to meaningful places</a:t>
            </a:r>
          </a:p>
          <a:p>
            <a:pPr>
              <a:spcBef>
                <a:spcPts val="1200"/>
              </a:spcBef>
              <a:defRPr sz="2200"/>
            </a:pPr>
            <a:r>
              <a:t>• Fully automated: Zero manual design work per order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How The System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/>
            </a:pPr>
            <a:r>
              <a:t>• Customer orders on Etsy with their address + custom text</a:t>
            </a:r>
          </a:p>
          <a:p>
            <a:pPr>
              <a:spcBef>
                <a:spcPts val="1200"/>
              </a:spcBef>
              <a:defRPr sz="2200"/>
            </a:pPr>
            <a:r>
              <a:t>• Webhook triggers automated pipeline</a:t>
            </a:r>
          </a:p>
          <a:p>
            <a:pPr>
              <a:spcBef>
                <a:spcPts val="1200"/>
              </a:spcBef>
              <a:defRPr sz="2200"/>
            </a:pPr>
            <a:r>
              <a:t>• Address geocoded to precise coordinates</a:t>
            </a:r>
          </a:p>
          <a:p>
            <a:pPr>
              <a:spcBef>
                <a:spcPts val="1200"/>
              </a:spcBef>
              <a:defRPr sz="2200"/>
            </a:pPr>
            <a:r>
              <a:t>• Stylized map generated from OpenStreetMap data</a:t>
            </a:r>
          </a:p>
          <a:p>
            <a:pPr>
              <a:spcBef>
                <a:spcPts val="1200"/>
              </a:spcBef>
              <a:defRPr sz="2200"/>
            </a:pPr>
            <a:r>
              <a:t>• Artwork composed with heart marker + text</a:t>
            </a:r>
          </a:p>
          <a:p>
            <a:pPr>
              <a:spcBef>
                <a:spcPts val="1200"/>
              </a:spcBef>
              <a:defRPr sz="2200"/>
            </a:pPr>
            <a:r>
              <a:t>• Print-ready file sent to Printify/Printful</a:t>
            </a:r>
          </a:p>
          <a:p>
            <a:pPr>
              <a:spcBef>
                <a:spcPts val="1200"/>
              </a:spcBef>
              <a:defRPr sz="2200"/>
            </a:pPr>
            <a:r>
              <a:t>• Product manufactured and shipped directly to customer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/>
            </a:pPr>
            <a:r>
              <a:t>• Frontend: Etsy storefront with personalization fields</a:t>
            </a:r>
          </a:p>
          <a:p>
            <a:pPr>
              <a:spcBef>
                <a:spcPts val="1200"/>
              </a:spcBef>
              <a:defRPr sz="2200"/>
            </a:pPr>
            <a:r>
              <a:t>• Webhook Handler: Receives orders, validates, enqueues</a:t>
            </a:r>
          </a:p>
          <a:p>
            <a:pPr>
              <a:spcBef>
                <a:spcPts val="1200"/>
              </a:spcBef>
              <a:defRPr sz="2200"/>
            </a:pPr>
            <a:r>
              <a:t>• Map Generator: Python service using OSMnx + Matplotlib</a:t>
            </a:r>
          </a:p>
          <a:p>
            <a:pPr>
              <a:spcBef>
                <a:spcPts val="1200"/>
              </a:spcBef>
              <a:defRPr sz="2200"/>
            </a:pPr>
            <a:r>
              <a:t>• Compositor: Combines map + heart + text into print-ready files</a:t>
            </a:r>
          </a:p>
          <a:p>
            <a:pPr>
              <a:spcBef>
                <a:spcPts val="1200"/>
              </a:spcBef>
              <a:defRPr sz="2200"/>
            </a:pPr>
            <a:r>
              <a:t>• Storage: Cloudflare R2 for generated assets</a:t>
            </a:r>
          </a:p>
          <a:p>
            <a:pPr>
              <a:spcBef>
                <a:spcPts val="1200"/>
              </a:spcBef>
              <a:defRPr sz="2200"/>
            </a:pPr>
            <a:r>
              <a:t>• Fulfillment: Printify API (recommended) or Printful</a:t>
            </a:r>
          </a:p>
          <a:p>
            <a:pPr>
              <a:spcBef>
                <a:spcPts val="1200"/>
              </a:spcBef>
              <a:defRPr sz="2200"/>
            </a:pPr>
            <a:r>
              <a:t>• Database: Airtable (free) or Supabase for order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What's Been Built vs. What's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✓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/>
            </a:pPr>
            <a:r>
              <a:t>✓ Full technical system design document</a:t>
            </a:r>
          </a:p>
          <a:p>
            <a:pPr>
              <a:spcBef>
                <a:spcPts val="800"/>
              </a:spcBef>
              <a:defRPr sz="1800"/>
            </a:pPr>
            <a:r>
              <a:t>✓ Map generation service (Python)</a:t>
            </a:r>
          </a:p>
          <a:p>
            <a:pPr>
              <a:spcBef>
                <a:spcPts val="800"/>
              </a:spcBef>
              <a:defRPr sz="1800"/>
            </a:pPr>
            <a:r>
              <a:t>✓ Geocoding integration (Nominatim)</a:t>
            </a:r>
          </a:p>
          <a:p>
            <a:pPr>
              <a:spcBef>
                <a:spcPts val="800"/>
              </a:spcBef>
              <a:defRPr sz="1800"/>
            </a:pPr>
            <a:r>
              <a:t>✓ Beer can glass artwork compositor</a:t>
            </a:r>
          </a:p>
          <a:p>
            <a:pPr>
              <a:spcBef>
                <a:spcPts val="800"/>
              </a:spcBef>
              <a:defRPr sz="1800"/>
            </a:pPr>
            <a:r>
              <a:t>✓ SVG + PNG export at 300 DPI</a:t>
            </a:r>
          </a:p>
          <a:p>
            <a:pPr>
              <a:spcBef>
                <a:spcPts val="800"/>
              </a:spcBef>
              <a:defRPr sz="1800"/>
            </a:pPr>
            <a:r>
              <a:t>✓ Heart marker placement algorithm</a:t>
            </a:r>
          </a:p>
          <a:p>
            <a:pPr>
              <a:spcBef>
                <a:spcPts val="800"/>
              </a:spcBef>
              <a:defRPr sz="1800"/>
            </a:pPr>
            <a:r>
              <a:t>✓ Custom text rendering</a:t>
            </a:r>
          </a:p>
          <a:p>
            <a:pPr>
              <a:spcBef>
                <a:spcPts val="800"/>
              </a:spcBef>
              <a:defRPr sz="1800"/>
            </a:pPr>
            <a:r>
              <a:t>✓ CLI tool for testing</a:t>
            </a:r>
          </a:p>
          <a:p>
            <a:pPr>
              <a:spcBef>
                <a:spcPts val="800"/>
              </a:spcBef>
              <a:defRPr sz="1800"/>
            </a:pPr>
            <a:r>
              <a:t>✓ HTTP API for integration</a:t>
            </a:r>
          </a:p>
          <a:p>
            <a:pPr>
              <a:spcBef>
                <a:spcPts val="800"/>
              </a:spcBef>
              <a:defRPr sz="1800"/>
            </a:pPr>
            <a:r>
              <a:t>✓ Node.js client wrapper</a:t>
            </a:r>
          </a:p>
          <a:p>
            <a:pPr>
              <a:spcBef>
                <a:spcPts val="800"/>
              </a:spcBef>
              <a:defRPr sz="1800"/>
            </a:pPr>
            <a:r>
              <a:t>✓ Docker deployment 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○ TO BE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/>
            </a:pPr>
            <a:r>
              <a:t>○ Etsy OAuth + webhook handler</a:t>
            </a:r>
          </a:p>
          <a:p>
            <a:pPr>
              <a:spcBef>
                <a:spcPts val="800"/>
              </a:spcBef>
              <a:defRPr sz="1800"/>
            </a:pPr>
            <a:r>
              <a:t>○ Order queue (Redis/BullMQ)</a:t>
            </a:r>
          </a:p>
          <a:p>
            <a:pPr>
              <a:spcBef>
                <a:spcPts val="800"/>
              </a:spcBef>
              <a:defRPr sz="1800"/>
            </a:pPr>
            <a:r>
              <a:t>○ Printify/Printful API integration</a:t>
            </a:r>
          </a:p>
          <a:p>
            <a:pPr>
              <a:spcBef>
                <a:spcPts val="800"/>
              </a:spcBef>
              <a:defRPr sz="1800"/>
            </a:pPr>
            <a:r>
              <a:t>○ Airtable order tracking</a:t>
            </a:r>
          </a:p>
          <a:p>
            <a:pPr>
              <a:spcBef>
                <a:spcPts val="800"/>
              </a:spcBef>
              <a:defRPr sz="1800"/>
            </a:pPr>
            <a:r>
              <a:t>○ Etsy status sync</a:t>
            </a:r>
          </a:p>
          <a:p>
            <a:pPr>
              <a:spcBef>
                <a:spcPts val="800"/>
              </a:spcBef>
              <a:defRPr sz="1800"/>
            </a:pPr>
            <a:r>
              <a:t>○ Error handling + retries</a:t>
            </a:r>
          </a:p>
          <a:p>
            <a:pPr>
              <a:spcBef>
                <a:spcPts val="800"/>
              </a:spcBef>
              <a:defRPr sz="1800"/>
            </a:pPr>
            <a:r>
              <a:t>○ Admin dashboard</a:t>
            </a:r>
          </a:p>
          <a:p>
            <a:pPr>
              <a:spcBef>
                <a:spcPts val="800"/>
              </a:spcBef>
              <a:defRPr sz="1800"/>
            </a:pPr>
            <a:r>
              <a:t>○ Monitoring + alerting</a:t>
            </a:r>
          </a:p>
          <a:p>
            <a:pPr>
              <a:spcBef>
                <a:spcPts val="800"/>
              </a:spcBef>
              <a:defRPr sz="1800"/>
            </a:pPr>
            <a:r>
              <a:t>○ Etsy listing creation</a:t>
            </a:r>
          </a:p>
          <a:p>
            <a:pPr>
              <a:spcBef>
                <a:spcPts val="800"/>
              </a:spcBef>
              <a:defRPr sz="1800"/>
            </a:pPr>
            <a:r>
              <a:t>○ End-to-end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Implementation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System Design &amp; Planning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508760"/>
            <a:ext cx="6400800" cy="32004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0" y="1508760"/>
            <a:ext cx="6400800" cy="320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1463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Map Generation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48839"/>
            <a:ext cx="6400800" cy="32004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148839"/>
            <a:ext cx="6400800" cy="320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0" y="21031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Artwork Composition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788920"/>
            <a:ext cx="6400800" cy="32004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788920"/>
            <a:ext cx="6400800" cy="320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0" y="2743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83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CLI &amp; API 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429000"/>
            <a:ext cx="6400800" cy="32004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429000"/>
            <a:ext cx="6400800" cy="3200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0" y="33832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23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Etsy Integration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4069080"/>
            <a:ext cx="6400800" cy="32004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0" y="40233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63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Print-on-Demand Integration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4709160"/>
            <a:ext cx="6400800" cy="32004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6634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303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Order Processing Queue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5349240"/>
            <a:ext cx="6400800" cy="32004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0" y="5303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43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Monitoring &amp; Ops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5989320"/>
            <a:ext cx="6400800" cy="32004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0" y="59436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Map Etcher Service (Built)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/>
            </a:pPr>
            <a:r>
              <a:t>• Location: services/map-etcher/</a:t>
            </a:r>
          </a:p>
          <a:p>
            <a:pPr>
              <a:spcBef>
                <a:spcPts val="1200"/>
              </a:spcBef>
              <a:defRPr sz="2200"/>
            </a:pPr>
            <a:r>
              <a:t>• Python-based microservice for map artwork generation</a:t>
            </a:r>
          </a:p>
          <a:p>
            <a:pPr>
              <a:spcBef>
                <a:spcPts val="1200"/>
              </a:spcBef>
              <a:defRPr sz="2200"/>
            </a:pPr>
            <a:r>
              <a:t>• Fetches road networks, buildings, water from OpenStreetMap</a:t>
            </a:r>
          </a:p>
          <a:p>
            <a:pPr>
              <a:spcBef>
                <a:spcPts val="1200"/>
              </a:spcBef>
              <a:defRPr sz="2200"/>
            </a:pPr>
            <a:r>
              <a:t>• Renders black &amp; white output optimized for laser etching</a:t>
            </a:r>
          </a:p>
          <a:p>
            <a:pPr>
              <a:spcBef>
                <a:spcPts val="1200"/>
              </a:spcBef>
              <a:defRPr sz="2200"/>
            </a:pPr>
            <a:r>
              <a:t>• Glass specifications: 16oz (9.42" x 4"), 20oz, Pint sizes</a:t>
            </a:r>
          </a:p>
          <a:p>
            <a:pPr>
              <a:spcBef>
                <a:spcPts val="1200"/>
              </a:spcBef>
              <a:defRPr sz="2200"/>
            </a:pPr>
            <a:r>
              <a:t>• Output: PNG (300 DPI) + SVG vector for clean etching</a:t>
            </a:r>
          </a:p>
          <a:p>
            <a:pPr>
              <a:spcBef>
                <a:spcPts val="1200"/>
              </a:spcBef>
              <a:defRPr sz="2200"/>
            </a:pPr>
            <a:r>
              <a:t>• CLI: python cli.py generate --address "123 Main St" --text "Home"</a:t>
            </a:r>
          </a:p>
          <a:p>
            <a:pPr>
              <a:spcBef>
                <a:spcPts val="1200"/>
              </a:spcBef>
              <a:defRPr sz="2200"/>
            </a:pPr>
            <a:r>
              <a:t>• API: POST /generate with address, text, glass_size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Unit Economics (Lean Stack)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/>
            </a:pPr>
            <a:r>
              <a:t>• Sale price: $29.99 per glass</a:t>
            </a:r>
          </a:p>
          <a:p>
            <a:pPr>
              <a:spcBef>
                <a:spcPts val="1200"/>
              </a:spcBef>
              <a:defRPr sz="2200"/>
            </a:pPr>
            <a:r>
              <a:t>• Printify cost: ~$9.78 (product + US shipping)</a:t>
            </a:r>
          </a:p>
          <a:p>
            <a:pPr>
              <a:spcBef>
                <a:spcPts val="1200"/>
              </a:spcBef>
              <a:defRPr sz="2200"/>
            </a:pPr>
            <a:r>
              <a:t>• Etsy fees: ~$3.05 (6.5% + 3% + $0.20)</a:t>
            </a:r>
          </a:p>
          <a:p>
            <a:pPr>
              <a:spcBef>
                <a:spcPts val="1200"/>
              </a:spcBef>
              <a:defRPr sz="2200"/>
            </a:pPr>
            <a:r>
              <a:t>• Infrastructure: ~$0 (free tiers)</a:t>
            </a:r>
          </a:p>
          <a:p>
            <a:pPr>
              <a:spcBef>
                <a:spcPts val="1200"/>
              </a:spcBef>
              <a:defRPr sz="2200"/>
            </a:pPr>
            <a:r>
              <a:t>• Net profit per order: ~$17.16 (57% margin)</a:t>
            </a:r>
          </a:p>
          <a:p>
            <a:pPr>
              <a:spcBef>
                <a:spcPts val="1200"/>
              </a:spcBef>
              <a:defRPr sz="2200"/>
            </a:pPr>
            <a:r>
              <a:t>• Break-even: 0 orders (no fixed costs with lean stack)</a:t>
            </a:r>
          </a:p>
          <a:p>
            <a:pPr>
              <a:spcBef>
                <a:spcPts val="1200"/>
              </a:spcBef>
              <a:defRPr sz="2200"/>
            </a:pPr>
            <a:r>
              <a:t>• At 100 orders/month: $1,716 profit</a:t>
            </a:r>
          </a:p>
          <a:p>
            <a:pPr>
              <a:spcBef>
                <a:spcPts val="1200"/>
              </a:spcBef>
              <a:defRPr sz="2200"/>
            </a:pPr>
            <a:r>
              <a:t>• At 500 orders/month: $8,580 profit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/>
            </a:pPr>
            <a:r>
              <a:t>• Map Data: OpenStreetMap via OSMnx library</a:t>
            </a:r>
          </a:p>
          <a:p>
            <a:pPr>
              <a:spcBef>
                <a:spcPts val="1200"/>
              </a:spcBef>
              <a:defRPr sz="2200"/>
            </a:pPr>
            <a:r>
              <a:t>• Rendering: Matplotlib + custom styling</a:t>
            </a:r>
          </a:p>
          <a:p>
            <a:pPr>
              <a:spcBef>
                <a:spcPts val="1200"/>
              </a:spcBef>
              <a:defRPr sz="2200"/>
            </a:pPr>
            <a:r>
              <a:t>• Image Processing: Pillow, Sharp, CairoSVG</a:t>
            </a:r>
          </a:p>
          <a:p>
            <a:pPr>
              <a:spcBef>
                <a:spcPts val="1200"/>
              </a:spcBef>
              <a:defRPr sz="2200"/>
            </a:pPr>
            <a:r>
              <a:t>• API: Flask (Python) for map service</a:t>
            </a:r>
          </a:p>
          <a:p>
            <a:pPr>
              <a:spcBef>
                <a:spcPts val="1200"/>
              </a:spcBef>
              <a:defRPr sz="2200"/>
            </a:pPr>
            <a:r>
              <a:t>• Integration: Node.js client for Remix app</a:t>
            </a:r>
          </a:p>
          <a:p>
            <a:pPr>
              <a:spcBef>
                <a:spcPts val="1200"/>
              </a:spcBef>
              <a:defRPr sz="2200"/>
            </a:pPr>
            <a:r>
              <a:t>• Queue: Airtable automations or BullMQ (if needed)</a:t>
            </a:r>
          </a:p>
          <a:p>
            <a:pPr>
              <a:spcBef>
                <a:spcPts val="1200"/>
              </a:spcBef>
              <a:defRPr sz="2200"/>
            </a:pPr>
            <a:r>
              <a:t>• Storage: Cloudflare R2 (10GB free)</a:t>
            </a:r>
          </a:p>
          <a:p>
            <a:pPr>
              <a:spcBef>
                <a:spcPts val="1200"/>
              </a:spcBef>
              <a:defRPr sz="2200"/>
            </a:pPr>
            <a:r>
              <a:t>• Hosting: Netlify (free) + local/Railway for workers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Beer Can Glass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/>
            </a:pPr>
            <a:r>
              <a:t>• 16oz Standard: 9.42" circumference x 4.0" height</a:t>
            </a:r>
          </a:p>
          <a:p>
            <a:pPr>
              <a:spcBef>
                <a:spcPts val="1200"/>
              </a:spcBef>
              <a:defRPr sz="2200"/>
            </a:pPr>
            <a:r>
              <a:t>• 20oz Large: 10.21" circumference x 4.5" height</a:t>
            </a:r>
          </a:p>
          <a:p>
            <a:pPr>
              <a:spcBef>
                <a:spcPts val="1200"/>
              </a:spcBef>
              <a:defRPr sz="2200"/>
            </a:pPr>
            <a:r>
              <a:t>• Pint Style: 11.0" circumference x 4.0" height</a:t>
            </a:r>
          </a:p>
          <a:p>
            <a:pPr>
              <a:spcBef>
                <a:spcPts val="1200"/>
              </a:spcBef>
              <a:defRPr sz="2200"/>
            </a:pPr>
            <a:r>
              <a:t>• Output resolution: 300 DPI (print quality)</a:t>
            </a:r>
          </a:p>
          <a:p>
            <a:pPr>
              <a:spcBef>
                <a:spcPts val="1200"/>
              </a:spcBef>
              <a:defRPr sz="2200"/>
            </a:pPr>
            <a:r>
              <a:t>• Safe zone: 0.125" bleed on all sides</a:t>
            </a:r>
          </a:p>
          <a:p>
            <a:pPr>
              <a:spcBef>
                <a:spcPts val="1200"/>
              </a:spcBef>
              <a:defRPr sz="2200"/>
            </a:pPr>
            <a:r>
              <a:t>• Format: Black on white (black = etch area)</a:t>
            </a:r>
          </a:p>
          <a:p>
            <a:pPr>
              <a:spcBef>
                <a:spcPts val="1200"/>
              </a:spcBef>
              <a:defRPr sz="2200"/>
            </a:pPr>
            <a:r>
              <a:t>• Files: PNG for preview, SVG for laser etching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Order Processing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/>
            </a:pPr>
            <a:r>
              <a:t>• 1. Etsy webhook -&gt; Parse address + custom text</a:t>
            </a:r>
          </a:p>
          <a:p>
            <a:pPr>
              <a:spcBef>
                <a:spcPts val="1200"/>
              </a:spcBef>
              <a:defRPr sz="2200"/>
            </a:pPr>
            <a:r>
              <a:t>• 2. Geocode address -&gt; Get precise lat/lng coordinates</a:t>
            </a:r>
          </a:p>
          <a:p>
            <a:pPr>
              <a:spcBef>
                <a:spcPts val="1200"/>
              </a:spcBef>
              <a:defRPr sz="2200"/>
            </a:pPr>
            <a:r>
              <a:t>• 3. Generate map -&gt; Fetch OSM data, render styled map</a:t>
            </a:r>
          </a:p>
          <a:p>
            <a:pPr>
              <a:spcBef>
                <a:spcPts val="1200"/>
              </a:spcBef>
              <a:defRPr sz="2200"/>
            </a:pPr>
            <a:r>
              <a:t>• 4. Compose artwork -&gt; Add heart marker + text</a:t>
            </a:r>
          </a:p>
          <a:p>
            <a:pPr>
              <a:spcBef>
                <a:spcPts val="1200"/>
              </a:spcBef>
              <a:defRPr sz="2200"/>
            </a:pPr>
            <a:r>
              <a:t>• 5. Export files -&gt; PNG + SVG at print specifications</a:t>
            </a:r>
          </a:p>
          <a:p>
            <a:pPr>
              <a:spcBef>
                <a:spcPts val="1200"/>
              </a:spcBef>
              <a:defRPr sz="2200"/>
            </a:pPr>
            <a:r>
              <a:t>• 6. Upload to storage -&gt; Cloudflare R2</a:t>
            </a:r>
          </a:p>
          <a:p>
            <a:pPr>
              <a:spcBef>
                <a:spcPts val="1200"/>
              </a:spcBef>
              <a:defRPr sz="2200"/>
            </a:pPr>
            <a:r>
              <a:t>• 7. Submit to Printify -&gt; Create fulfillment order</a:t>
            </a:r>
          </a:p>
          <a:p>
            <a:pPr>
              <a:spcBef>
                <a:spcPts val="1200"/>
              </a:spcBef>
              <a:defRPr sz="2200"/>
            </a:pPr>
            <a:r>
              <a:t>• 8. Sync status -&gt; Update Etsy with tracking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Next Steps to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/>
            </a:pPr>
            <a:r>
              <a:t>• Week 1: Set up Etsy developer account, create webhook handler</a:t>
            </a:r>
          </a:p>
          <a:p>
            <a:pPr>
              <a:spcBef>
                <a:spcPts val="1200"/>
              </a:spcBef>
              <a:defRPr sz="2200"/>
            </a:pPr>
            <a:r>
              <a:t>• Week 2: Integrate Printify API, test order submission</a:t>
            </a:r>
          </a:p>
          <a:p>
            <a:pPr>
              <a:spcBef>
                <a:spcPts val="1200"/>
              </a:spcBef>
              <a:defRPr sz="2200"/>
            </a:pPr>
            <a:r>
              <a:t>• Week 3: Build order tracking in Airtable, connect automations</a:t>
            </a:r>
          </a:p>
          <a:p>
            <a:pPr>
              <a:spcBef>
                <a:spcPts val="1200"/>
              </a:spcBef>
              <a:defRPr sz="2200"/>
            </a:pPr>
            <a:r>
              <a:t>• Week 4: Create Etsy listing, end-to-end testing</a:t>
            </a:r>
          </a:p>
          <a:p>
            <a:pPr>
              <a:spcBef>
                <a:spcPts val="1200"/>
              </a:spcBef>
              <a:defRPr sz="2200"/>
            </a:pPr>
            <a:r>
              <a:t>• Week 5: Soft launch with test orders</a:t>
            </a:r>
          </a:p>
          <a:p>
            <a:pPr>
              <a:spcBef>
                <a:spcPts val="1200"/>
              </a:spcBef>
              <a:defRPr sz="2200"/>
            </a:pPr>
            <a:r>
              <a:t>• Week 6: Go live, monitor, iterate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Risks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/>
            </a:pPr>
            <a:r>
              <a:t>✓ Geocoding fails for some addresses</a:t>
            </a:r>
          </a:p>
          <a:p>
            <a:pPr>
              <a:spcBef>
                <a:spcPts val="800"/>
              </a:spcBef>
              <a:defRPr sz="1800"/>
            </a:pPr>
            <a:r>
              <a:t>✓ Map data unavailable in remote areas</a:t>
            </a:r>
          </a:p>
          <a:p>
            <a:pPr>
              <a:spcBef>
                <a:spcPts val="800"/>
              </a:spcBef>
              <a:defRPr sz="1800"/>
            </a:pPr>
            <a:r>
              <a:t>✓ Print quality issues</a:t>
            </a:r>
          </a:p>
          <a:p>
            <a:pPr>
              <a:spcBef>
                <a:spcPts val="800"/>
              </a:spcBef>
              <a:defRPr sz="1800"/>
            </a:pPr>
            <a:r>
              <a:t>✓ Fulfillment delays during holidays</a:t>
            </a:r>
          </a:p>
          <a:p>
            <a:pPr>
              <a:spcBef>
                <a:spcPts val="800"/>
              </a:spcBef>
              <a:defRPr sz="1800"/>
            </a:pPr>
            <a:r>
              <a:t>✓ Customer enters wrong address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MITIGATIONS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/>
            </a:pPr>
            <a:r>
              <a:t>○ Multiple geocoding providers (fallback chain)</a:t>
            </a:r>
          </a:p>
          <a:p>
            <a:pPr>
              <a:spcBef>
                <a:spcPts val="800"/>
              </a:spcBef>
              <a:defRPr sz="1800"/>
            </a:pPr>
            <a:r>
              <a:t>○ Manual review queue for failed orders</a:t>
            </a:r>
          </a:p>
          <a:p>
            <a:pPr>
              <a:spcBef>
                <a:spcPts val="800"/>
              </a:spcBef>
              <a:defRPr sz="1800"/>
            </a:pPr>
            <a:r>
              <a:t>○ Test prints before launch</a:t>
            </a:r>
          </a:p>
          <a:p>
            <a:pPr>
              <a:spcBef>
                <a:spcPts val="800"/>
              </a:spcBef>
              <a:defRPr sz="1800"/>
            </a:pPr>
            <a:r>
              <a:t>○ Clear shipping time expectations</a:t>
            </a:r>
          </a:p>
          <a:p>
            <a:pPr>
              <a:spcBef>
                <a:spcPts val="800"/>
              </a:spcBef>
              <a:defRPr sz="1800"/>
            </a:pPr>
            <a:r>
              <a:t>○ Preview image before production</a:t>
            </a:r>
          </a:p>
          <a:p>
            <a:pPr>
              <a:spcBef>
                <a:spcPts val="800"/>
              </a:spcBef>
              <a:defRPr sz="1800"/>
            </a:pPr>
            <a:r>
              <a:t>○ Refund policy for unfulfillable orders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/>
            </a:pPr>
            <a:r>
              <a:t>• Fully automated personalized merchandise business</a:t>
            </a:r>
          </a:p>
          <a:p>
            <a:pPr>
              <a:spcBef>
                <a:spcPts val="1200"/>
              </a:spcBef>
              <a:defRPr sz="2200"/>
            </a:pPr>
            <a:r>
              <a:t>• ~40% of technical implementation complete</a:t>
            </a:r>
          </a:p>
          <a:p>
            <a:pPr>
              <a:spcBef>
                <a:spcPts val="1200"/>
              </a:spcBef>
              <a:defRPr sz="2200"/>
            </a:pPr>
            <a:r>
              <a:t>• Core map generation + composition engine: DONE</a:t>
            </a:r>
          </a:p>
          <a:p>
            <a:pPr>
              <a:spcBef>
                <a:spcPts val="1200"/>
              </a:spcBef>
              <a:defRPr sz="2200"/>
            </a:pPr>
            <a:r>
              <a:t>• Remaining: Etsy + Printify integrations (~4-6 weeks)</a:t>
            </a:r>
          </a:p>
          <a:p>
            <a:pPr>
              <a:spcBef>
                <a:spcPts val="1200"/>
              </a:spcBef>
              <a:defRPr sz="2200"/>
            </a:pPr>
            <a:r>
              <a:t>• Lean stack approach: $0 fixed costs possible</a:t>
            </a:r>
          </a:p>
          <a:p>
            <a:pPr>
              <a:spcBef>
                <a:spcPts val="1200"/>
              </a:spcBef>
              <a:defRPr sz="2200"/>
            </a:pPr>
            <a:r>
              <a:t>• Target margin: 57% ($17 profit per $30 sale)</a:t>
            </a:r>
          </a:p>
          <a:p>
            <a:pPr>
              <a:spcBef>
                <a:spcPts val="1200"/>
              </a:spcBef>
              <a:defRPr sz="2200"/>
            </a:pPr>
            <a:r>
              <a:t>• Scalable: Same code handles 10 or 10,000 orders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Repository: kpop-stack/services/map-etcher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